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70" r:id="rId6"/>
    <p:sldId id="261" r:id="rId7"/>
    <p:sldId id="271" r:id="rId8"/>
    <p:sldId id="272" r:id="rId9"/>
    <p:sldId id="262" r:id="rId10"/>
    <p:sldId id="263" r:id="rId11"/>
    <p:sldId id="264" r:id="rId12"/>
    <p:sldId id="266" r:id="rId13"/>
    <p:sldId id="267" r:id="rId14"/>
    <p:sldId id="268" r:id="rId15"/>
    <p:sldId id="269" r:id="rId16"/>
  </p:sldIdLst>
  <p:sldSz cx="12192000" cy="6858000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5F9"/>
    <a:srgbClr val="38BDF8"/>
    <a:srgbClr val="33A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1DB819-12B9-4E77-B6F3-FAAFE5CA879D}" v="4" dt="2026-05-22T18:51:44.567"/>
  </p1510:revLst>
</p1510:revInfo>
</file>

<file path=ppt/tableStyles.xml><?xml version="1.0" encoding="utf-8"?>
<a:tblStyleLst xmlns:a="http://schemas.openxmlformats.org/drawingml/2006/main" def="{0FFB86A5-EF38-4429-9384-E9A606AB76F4}">
  <a:tblStyle styleId="{0FFB86A5-EF38-4429-9384-E9A606AB76F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mnish Verma" userId="64fbf3da135d15e2" providerId="LiveId" clId="{B816FCA4-2912-4B2F-826F-43252AFCD66A}"/>
    <pc:docChg chg="undo custSel addSld delSld modSld sldOrd">
      <pc:chgData name="Himnish Verma" userId="64fbf3da135d15e2" providerId="LiveId" clId="{B816FCA4-2912-4B2F-826F-43252AFCD66A}" dt="2026-05-22T18:52:17.699" v="408" actId="1076"/>
      <pc:docMkLst>
        <pc:docMk/>
      </pc:docMkLst>
      <pc:sldChg chg="addSp delSp modSp new del mod">
        <pc:chgData name="Himnish Verma" userId="64fbf3da135d15e2" providerId="LiveId" clId="{B816FCA4-2912-4B2F-826F-43252AFCD66A}" dt="2026-05-22T18:27:26.929" v="202" actId="2696"/>
        <pc:sldMkLst>
          <pc:docMk/>
          <pc:sldMk cId="2747696392" sldId="265"/>
        </pc:sldMkLst>
        <pc:spChg chg="add del mod">
          <ac:chgData name="Himnish Verma" userId="64fbf3da135d15e2" providerId="LiveId" clId="{B816FCA4-2912-4B2F-826F-43252AFCD66A}" dt="2026-05-22T18:02:16.701" v="2" actId="478"/>
          <ac:spMkLst>
            <pc:docMk/>
            <pc:sldMk cId="2747696392" sldId="265"/>
            <ac:spMk id="4" creationId="{50607567-B776-2AC1-ED23-AD3E3CFF178C}"/>
          </ac:spMkLst>
        </pc:spChg>
        <pc:picChg chg="add del">
          <ac:chgData name="Himnish Verma" userId="64fbf3da135d15e2" providerId="LiveId" clId="{B816FCA4-2912-4B2F-826F-43252AFCD66A}" dt="2026-05-22T18:02:25.736" v="4" actId="478"/>
          <ac:picMkLst>
            <pc:docMk/>
            <pc:sldMk cId="2747696392" sldId="265"/>
            <ac:picMk id="6" creationId="{9E2234E8-0863-CC03-FF32-4E4965348166}"/>
          </ac:picMkLst>
        </pc:picChg>
      </pc:sldChg>
      <pc:sldChg chg="addSp delSp modSp add mod ord">
        <pc:chgData name="Himnish Verma" userId="64fbf3da135d15e2" providerId="LiveId" clId="{B816FCA4-2912-4B2F-826F-43252AFCD66A}" dt="2026-05-22T18:18:16.503" v="154" actId="20577"/>
        <pc:sldMkLst>
          <pc:docMk/>
          <pc:sldMk cId="971974578" sldId="266"/>
        </pc:sldMkLst>
        <pc:spChg chg="mod">
          <ac:chgData name="Himnish Verma" userId="64fbf3da135d15e2" providerId="LiveId" clId="{B816FCA4-2912-4B2F-826F-43252AFCD66A}" dt="2026-05-22T18:18:16.503" v="154" actId="20577"/>
          <ac:spMkLst>
            <pc:docMk/>
            <pc:sldMk cId="971974578" sldId="266"/>
            <ac:spMk id="187" creationId="{5EAFC076-2D96-4F24-048D-D4FA51B9F454}"/>
          </ac:spMkLst>
        </pc:spChg>
        <pc:spChg chg="del">
          <ac:chgData name="Himnish Verma" userId="64fbf3da135d15e2" providerId="LiveId" clId="{B816FCA4-2912-4B2F-826F-43252AFCD66A}" dt="2026-05-22T18:03:15.813" v="8" actId="478"/>
          <ac:spMkLst>
            <pc:docMk/>
            <pc:sldMk cId="971974578" sldId="266"/>
            <ac:spMk id="190" creationId="{3392C76C-51F8-4FC6-B387-DE04E3DAF92A}"/>
          </ac:spMkLst>
        </pc:spChg>
        <pc:graphicFrameChg chg="del modGraphic">
          <ac:chgData name="Himnish Verma" userId="64fbf3da135d15e2" providerId="LiveId" clId="{B816FCA4-2912-4B2F-826F-43252AFCD66A}" dt="2026-05-22T18:03:25.446" v="11" actId="478"/>
          <ac:graphicFrameMkLst>
            <pc:docMk/>
            <pc:sldMk cId="971974578" sldId="266"/>
            <ac:graphicFrameMk id="189" creationId="{AA74AB8A-2BAA-13C9-39EF-29EB4E987B37}"/>
          </ac:graphicFrameMkLst>
        </pc:graphicFrameChg>
        <pc:picChg chg="add del mod">
          <ac:chgData name="Himnish Verma" userId="64fbf3da135d15e2" providerId="LiveId" clId="{B816FCA4-2912-4B2F-826F-43252AFCD66A}" dt="2026-05-22T18:05:23.877" v="73" actId="478"/>
          <ac:picMkLst>
            <pc:docMk/>
            <pc:sldMk cId="971974578" sldId="266"/>
            <ac:picMk id="3" creationId="{F06E2D5E-A37D-3236-400E-BABE26D439B4}"/>
          </ac:picMkLst>
        </pc:picChg>
        <pc:picChg chg="add mod">
          <ac:chgData name="Himnish Verma" userId="64fbf3da135d15e2" providerId="LiveId" clId="{B816FCA4-2912-4B2F-826F-43252AFCD66A}" dt="2026-05-22T18:15:41.139" v="119" actId="14100"/>
          <ac:picMkLst>
            <pc:docMk/>
            <pc:sldMk cId="971974578" sldId="266"/>
            <ac:picMk id="5" creationId="{0A3DBE97-BD1C-F007-3DD2-D5D3458C9FDB}"/>
          </ac:picMkLst>
        </pc:picChg>
        <pc:picChg chg="add mod">
          <ac:chgData name="Himnish Verma" userId="64fbf3da135d15e2" providerId="LiveId" clId="{B816FCA4-2912-4B2F-826F-43252AFCD66A}" dt="2026-05-22T18:15:34.257" v="118" actId="1076"/>
          <ac:picMkLst>
            <pc:docMk/>
            <pc:sldMk cId="971974578" sldId="266"/>
            <ac:picMk id="7" creationId="{303578DE-FD32-C944-9282-342716C7DB9D}"/>
          </ac:picMkLst>
        </pc:picChg>
        <pc:picChg chg="mod">
          <ac:chgData name="Himnish Verma" userId="64fbf3da135d15e2" providerId="LiveId" clId="{B816FCA4-2912-4B2F-826F-43252AFCD66A}" dt="2026-05-22T18:04:10.111" v="70" actId="1076"/>
          <ac:picMkLst>
            <pc:docMk/>
            <pc:sldMk cId="971974578" sldId="266"/>
            <ac:picMk id="186" creationId="{1C0B4E72-3D9F-512E-52F3-20BADE8C5CEC}"/>
          </ac:picMkLst>
        </pc:picChg>
        <pc:picChg chg="del">
          <ac:chgData name="Himnish Verma" userId="64fbf3da135d15e2" providerId="LiveId" clId="{B816FCA4-2912-4B2F-826F-43252AFCD66A}" dt="2026-05-22T18:03:47.986" v="64" actId="478"/>
          <ac:picMkLst>
            <pc:docMk/>
            <pc:sldMk cId="971974578" sldId="266"/>
            <ac:picMk id="191" creationId="{79DF237B-FB21-81D7-256D-AECD5A711241}"/>
          </ac:picMkLst>
        </pc:picChg>
      </pc:sldChg>
      <pc:sldChg chg="addSp delSp modSp add mod">
        <pc:chgData name="Himnish Verma" userId="64fbf3da135d15e2" providerId="LiveId" clId="{B816FCA4-2912-4B2F-826F-43252AFCD66A}" dt="2026-05-22T18:18:25.284" v="163" actId="20577"/>
        <pc:sldMkLst>
          <pc:docMk/>
          <pc:sldMk cId="2258672255" sldId="267"/>
        </pc:sldMkLst>
        <pc:spChg chg="mod">
          <ac:chgData name="Himnish Verma" userId="64fbf3da135d15e2" providerId="LiveId" clId="{B816FCA4-2912-4B2F-826F-43252AFCD66A}" dt="2026-05-22T18:18:25.284" v="163" actId="20577"/>
          <ac:spMkLst>
            <pc:docMk/>
            <pc:sldMk cId="2258672255" sldId="267"/>
            <ac:spMk id="187" creationId="{CA935EA5-6302-7BC2-5ADF-C2C4D69B75BE}"/>
          </ac:spMkLst>
        </pc:spChg>
        <pc:picChg chg="add del mod">
          <ac:chgData name="Himnish Verma" userId="64fbf3da135d15e2" providerId="LiveId" clId="{B816FCA4-2912-4B2F-826F-43252AFCD66A}" dt="2026-05-22T18:12:00.949" v="101" actId="478"/>
          <ac:picMkLst>
            <pc:docMk/>
            <pc:sldMk cId="2258672255" sldId="267"/>
            <ac:picMk id="3" creationId="{814B3202-5672-2DBD-9D6F-FE98016023D3}"/>
          </ac:picMkLst>
        </pc:picChg>
        <pc:picChg chg="del">
          <ac:chgData name="Himnish Verma" userId="64fbf3da135d15e2" providerId="LiveId" clId="{B816FCA4-2912-4B2F-826F-43252AFCD66A}" dt="2026-05-22T18:10:13.012" v="84" actId="478"/>
          <ac:picMkLst>
            <pc:docMk/>
            <pc:sldMk cId="2258672255" sldId="267"/>
            <ac:picMk id="5" creationId="{253CC971-ADEB-8591-358B-459AE813DB62}"/>
          </ac:picMkLst>
        </pc:picChg>
        <pc:picChg chg="add del mod">
          <ac:chgData name="Himnish Verma" userId="64fbf3da135d15e2" providerId="LiveId" clId="{B816FCA4-2912-4B2F-826F-43252AFCD66A}" dt="2026-05-22T18:13:05.912" v="105" actId="478"/>
          <ac:picMkLst>
            <pc:docMk/>
            <pc:sldMk cId="2258672255" sldId="267"/>
            <ac:picMk id="6" creationId="{B7BC23CE-8077-7590-AADC-1F2EDD761E49}"/>
          </ac:picMkLst>
        </pc:picChg>
        <pc:picChg chg="add del mod">
          <ac:chgData name="Himnish Verma" userId="64fbf3da135d15e2" providerId="LiveId" clId="{B816FCA4-2912-4B2F-826F-43252AFCD66A}" dt="2026-05-22T18:16:31.436" v="123" actId="478"/>
          <ac:picMkLst>
            <pc:docMk/>
            <pc:sldMk cId="2258672255" sldId="267"/>
            <ac:picMk id="8" creationId="{8E1ED360-81FF-B842-D781-AD3A582F5E81}"/>
          </ac:picMkLst>
        </pc:picChg>
        <pc:picChg chg="add del mod">
          <ac:chgData name="Himnish Verma" userId="64fbf3da135d15e2" providerId="LiveId" clId="{B816FCA4-2912-4B2F-826F-43252AFCD66A}" dt="2026-05-22T18:15:49.039" v="120" actId="478"/>
          <ac:picMkLst>
            <pc:docMk/>
            <pc:sldMk cId="2258672255" sldId="267"/>
            <ac:picMk id="10" creationId="{5573E36E-1451-51C0-685E-5C5EEAF37BF8}"/>
          </ac:picMkLst>
        </pc:picChg>
        <pc:picChg chg="add mod">
          <ac:chgData name="Himnish Verma" userId="64fbf3da135d15e2" providerId="LiveId" clId="{B816FCA4-2912-4B2F-826F-43252AFCD66A}" dt="2026-05-22T18:16:49.254" v="127" actId="14100"/>
          <ac:picMkLst>
            <pc:docMk/>
            <pc:sldMk cId="2258672255" sldId="267"/>
            <ac:picMk id="12" creationId="{D8013451-8578-B8FB-846D-E91A0072FD05}"/>
          </ac:picMkLst>
        </pc:picChg>
      </pc:sldChg>
      <pc:sldChg chg="addSp delSp modSp add mod">
        <pc:chgData name="Himnish Verma" userId="64fbf3da135d15e2" providerId="LiveId" clId="{B816FCA4-2912-4B2F-826F-43252AFCD66A}" dt="2026-05-22T18:18:31.583" v="174" actId="20577"/>
        <pc:sldMkLst>
          <pc:docMk/>
          <pc:sldMk cId="1618456970" sldId="268"/>
        </pc:sldMkLst>
        <pc:spChg chg="mod">
          <ac:chgData name="Himnish Verma" userId="64fbf3da135d15e2" providerId="LiveId" clId="{B816FCA4-2912-4B2F-826F-43252AFCD66A}" dt="2026-05-22T18:18:31.583" v="174" actId="20577"/>
          <ac:spMkLst>
            <pc:docMk/>
            <pc:sldMk cId="1618456970" sldId="268"/>
            <ac:spMk id="187" creationId="{721B80D5-6DAE-7940-D9C8-6FF2E3E22CE6}"/>
          </ac:spMkLst>
        </pc:spChg>
        <pc:picChg chg="add mod">
          <ac:chgData name="Himnish Verma" userId="64fbf3da135d15e2" providerId="LiveId" clId="{B816FCA4-2912-4B2F-826F-43252AFCD66A}" dt="2026-05-22T18:17:41.584" v="133" actId="14100"/>
          <ac:picMkLst>
            <pc:docMk/>
            <pc:sldMk cId="1618456970" sldId="268"/>
            <ac:picMk id="3" creationId="{F1BC8E4B-3F7D-FED8-07C4-DA5FE8106C86}"/>
          </ac:picMkLst>
        </pc:picChg>
        <pc:picChg chg="del">
          <ac:chgData name="Himnish Verma" userId="64fbf3da135d15e2" providerId="LiveId" clId="{B816FCA4-2912-4B2F-826F-43252AFCD66A}" dt="2026-05-22T18:17:04.608" v="129" actId="478"/>
          <ac:picMkLst>
            <pc:docMk/>
            <pc:sldMk cId="1618456970" sldId="268"/>
            <ac:picMk id="12" creationId="{4F7B4F20-17B7-0E04-BDA7-7E8A6D24FF39}"/>
          </ac:picMkLst>
        </pc:picChg>
      </pc:sldChg>
      <pc:sldChg chg="addSp delSp modSp add mod">
        <pc:chgData name="Himnish Verma" userId="64fbf3da135d15e2" providerId="LiveId" clId="{B816FCA4-2912-4B2F-826F-43252AFCD66A}" dt="2026-05-22T18:27:53.537" v="207" actId="1076"/>
        <pc:sldMkLst>
          <pc:docMk/>
          <pc:sldMk cId="459843517" sldId="269"/>
        </pc:sldMkLst>
        <pc:spChg chg="mod">
          <ac:chgData name="Himnish Verma" userId="64fbf3da135d15e2" providerId="LiveId" clId="{B816FCA4-2912-4B2F-826F-43252AFCD66A}" dt="2026-05-22T18:19:03.412" v="194" actId="255"/>
          <ac:spMkLst>
            <pc:docMk/>
            <pc:sldMk cId="459843517" sldId="269"/>
            <ac:spMk id="187" creationId="{0E50FEF8-C8BF-A80C-3692-5940520EBB0B}"/>
          </ac:spMkLst>
        </pc:spChg>
        <pc:spChg chg="mod">
          <ac:chgData name="Himnish Verma" userId="64fbf3da135d15e2" providerId="LiveId" clId="{B816FCA4-2912-4B2F-826F-43252AFCD66A}" dt="2026-05-22T18:19:16.360" v="195" actId="14100"/>
          <ac:spMkLst>
            <pc:docMk/>
            <pc:sldMk cId="459843517" sldId="269"/>
            <ac:spMk id="188" creationId="{B35650A1-0109-5399-B44F-A134F3B67AD7}"/>
          </ac:spMkLst>
        </pc:spChg>
        <pc:picChg chg="del">
          <ac:chgData name="Himnish Verma" userId="64fbf3da135d15e2" providerId="LiveId" clId="{B816FCA4-2912-4B2F-826F-43252AFCD66A}" dt="2026-05-22T18:18:39.077" v="176" actId="478"/>
          <ac:picMkLst>
            <pc:docMk/>
            <pc:sldMk cId="459843517" sldId="269"/>
            <ac:picMk id="3" creationId="{DFB242DF-8C0A-C942-A128-26D51AB85A8F}"/>
          </ac:picMkLst>
        </pc:picChg>
        <pc:picChg chg="add del mod">
          <ac:chgData name="Himnish Verma" userId="64fbf3da135d15e2" providerId="LiveId" clId="{B816FCA4-2912-4B2F-826F-43252AFCD66A}" dt="2026-05-22T18:26:54.110" v="199" actId="478"/>
          <ac:picMkLst>
            <pc:docMk/>
            <pc:sldMk cId="459843517" sldId="269"/>
            <ac:picMk id="4" creationId="{EA1211D0-5789-3DCF-DFC3-8D4FF1243169}"/>
          </ac:picMkLst>
        </pc:picChg>
        <pc:picChg chg="add mod">
          <ac:chgData name="Himnish Verma" userId="64fbf3da135d15e2" providerId="LiveId" clId="{B816FCA4-2912-4B2F-826F-43252AFCD66A}" dt="2026-05-22T18:27:53.537" v="207" actId="1076"/>
          <ac:picMkLst>
            <pc:docMk/>
            <pc:sldMk cId="459843517" sldId="269"/>
            <ac:picMk id="6" creationId="{4957D5E7-7E9D-7938-2479-A228C522B6A6}"/>
          </ac:picMkLst>
        </pc:picChg>
      </pc:sldChg>
      <pc:sldChg chg="addSp delSp modSp add mod">
        <pc:chgData name="Himnish Verma" userId="64fbf3da135d15e2" providerId="LiveId" clId="{B816FCA4-2912-4B2F-826F-43252AFCD66A}" dt="2026-05-22T18:41:08.040" v="218" actId="14100"/>
        <pc:sldMkLst>
          <pc:docMk/>
          <pc:sldMk cId="1608300364" sldId="270"/>
        </pc:sldMkLst>
        <pc:picChg chg="del">
          <ac:chgData name="Himnish Verma" userId="64fbf3da135d15e2" providerId="LiveId" clId="{B816FCA4-2912-4B2F-826F-43252AFCD66A}" dt="2026-05-22T18:28:21.956" v="210" actId="478"/>
          <ac:picMkLst>
            <pc:docMk/>
            <pc:sldMk cId="1608300364" sldId="270"/>
            <ac:picMk id="3" creationId="{4EED9D1C-9598-DDFD-F46B-C88B0EB7E511}"/>
          </ac:picMkLst>
        </pc:picChg>
        <pc:picChg chg="add del">
          <ac:chgData name="Himnish Verma" userId="64fbf3da135d15e2" providerId="LiveId" clId="{B816FCA4-2912-4B2F-826F-43252AFCD66A}" dt="2026-05-22T18:40:20.604" v="212" actId="478"/>
          <ac:picMkLst>
            <pc:docMk/>
            <pc:sldMk cId="1608300364" sldId="270"/>
            <ac:picMk id="4" creationId="{9D6B108B-D85A-3B88-B0FC-61BC11553EBA}"/>
          </ac:picMkLst>
        </pc:picChg>
        <pc:picChg chg="add mod">
          <ac:chgData name="Himnish Verma" userId="64fbf3da135d15e2" providerId="LiveId" clId="{B816FCA4-2912-4B2F-826F-43252AFCD66A}" dt="2026-05-22T18:41:08.040" v="218" actId="14100"/>
          <ac:picMkLst>
            <pc:docMk/>
            <pc:sldMk cId="1608300364" sldId="270"/>
            <ac:picMk id="6" creationId="{35EAE8DC-178B-ECDD-E040-F19162BC6CD3}"/>
          </ac:picMkLst>
        </pc:picChg>
        <pc:picChg chg="del">
          <ac:chgData name="Himnish Verma" userId="64fbf3da135d15e2" providerId="LiveId" clId="{B816FCA4-2912-4B2F-826F-43252AFCD66A}" dt="2026-05-22T18:28:20.874" v="209" actId="478"/>
          <ac:picMkLst>
            <pc:docMk/>
            <pc:sldMk cId="1608300364" sldId="270"/>
            <ac:picMk id="160" creationId="{3D308B5C-1FCF-9E73-CF4F-579F8A983D09}"/>
          </ac:picMkLst>
        </pc:picChg>
      </pc:sldChg>
      <pc:sldChg chg="addSp delSp modSp add mod ord">
        <pc:chgData name="Himnish Verma" userId="64fbf3da135d15e2" providerId="LiveId" clId="{B816FCA4-2912-4B2F-826F-43252AFCD66A}" dt="2026-05-22T18:48:13.129" v="346" actId="1076"/>
        <pc:sldMkLst>
          <pc:docMk/>
          <pc:sldMk cId="3265156100" sldId="271"/>
        </pc:sldMkLst>
        <pc:spChg chg="add del mod">
          <ac:chgData name="Himnish Verma" userId="64fbf3da135d15e2" providerId="LiveId" clId="{B816FCA4-2912-4B2F-826F-43252AFCD66A}" dt="2026-05-22T18:48:09.767" v="345" actId="20577"/>
          <ac:spMkLst>
            <pc:docMk/>
            <pc:sldMk cId="3265156100" sldId="271"/>
            <ac:spMk id="156" creationId="{52ED2E27-E4E5-7E8F-E58F-BE7D58A30FE0}"/>
          </ac:spMkLst>
        </pc:spChg>
        <pc:picChg chg="add mod">
          <ac:chgData name="Himnish Verma" userId="64fbf3da135d15e2" providerId="LiveId" clId="{B816FCA4-2912-4B2F-826F-43252AFCD66A}" dt="2026-05-22T18:48:13.129" v="346" actId="1076"/>
          <ac:picMkLst>
            <pc:docMk/>
            <pc:sldMk cId="3265156100" sldId="271"/>
            <ac:picMk id="3" creationId="{54405061-D9E4-09C6-D48B-9F2931495302}"/>
          </ac:picMkLst>
        </pc:picChg>
        <pc:picChg chg="del">
          <ac:chgData name="Himnish Verma" userId="64fbf3da135d15e2" providerId="LiveId" clId="{B816FCA4-2912-4B2F-826F-43252AFCD66A}" dt="2026-05-22T18:46:46.953" v="222" actId="478"/>
          <ac:picMkLst>
            <pc:docMk/>
            <pc:sldMk cId="3265156100" sldId="271"/>
            <ac:picMk id="6" creationId="{D3492DBE-E07F-F7CD-D236-AD8BA19E5FEF}"/>
          </ac:picMkLst>
        </pc:picChg>
      </pc:sldChg>
      <pc:sldChg chg="addSp delSp modSp add mod">
        <pc:chgData name="Himnish Verma" userId="64fbf3da135d15e2" providerId="LiveId" clId="{B816FCA4-2912-4B2F-826F-43252AFCD66A}" dt="2026-05-22T18:52:17.699" v="408" actId="1076"/>
        <pc:sldMkLst>
          <pc:docMk/>
          <pc:sldMk cId="1424315328" sldId="272"/>
        </pc:sldMkLst>
        <pc:spChg chg="mod">
          <ac:chgData name="Himnish Verma" userId="64fbf3da135d15e2" providerId="LiveId" clId="{B816FCA4-2912-4B2F-826F-43252AFCD66A}" dt="2026-05-22T18:52:06.125" v="406" actId="20577"/>
          <ac:spMkLst>
            <pc:docMk/>
            <pc:sldMk cId="1424315328" sldId="272"/>
            <ac:spMk id="156" creationId="{2AA9B98A-EAB9-422A-2397-A70A69900B9B}"/>
          </ac:spMkLst>
        </pc:spChg>
        <pc:picChg chg="del">
          <ac:chgData name="Himnish Verma" userId="64fbf3da135d15e2" providerId="LiveId" clId="{B816FCA4-2912-4B2F-826F-43252AFCD66A}" dt="2026-05-22T18:48:27.212" v="348" actId="478"/>
          <ac:picMkLst>
            <pc:docMk/>
            <pc:sldMk cId="1424315328" sldId="272"/>
            <ac:picMk id="3" creationId="{2CD5294C-2EEB-A931-AA79-54E945B9CD4F}"/>
          </ac:picMkLst>
        </pc:picChg>
        <pc:picChg chg="add mod">
          <ac:chgData name="Himnish Verma" userId="64fbf3da135d15e2" providerId="LiveId" clId="{B816FCA4-2912-4B2F-826F-43252AFCD66A}" dt="2026-05-22T18:52:17.699" v="408" actId="1076"/>
          <ac:picMkLst>
            <pc:docMk/>
            <pc:sldMk cId="1424315328" sldId="272"/>
            <ac:picMk id="4" creationId="{D03B2232-71FB-DA3D-FECE-88D7C5124F93}"/>
          </ac:picMkLst>
        </pc:picChg>
      </pc:sldChg>
      <pc:sldMasterChg chg="delSldLayout">
        <pc:chgData name="Himnish Verma" userId="64fbf3da135d15e2" providerId="LiveId" clId="{B816FCA4-2912-4B2F-826F-43252AFCD66A}" dt="2026-05-22T18:27:26.929" v="202" actId="2696"/>
        <pc:sldMasterMkLst>
          <pc:docMk/>
          <pc:sldMasterMk cId="0" sldId="2147483659"/>
        </pc:sldMasterMkLst>
        <pc:sldLayoutChg chg="del">
          <pc:chgData name="Himnish Verma" userId="64fbf3da135d15e2" providerId="LiveId" clId="{B816FCA4-2912-4B2F-826F-43252AFCD66A}" dt="2026-05-22T18:27:26.929" v="202" actId="2696"/>
          <pc:sldLayoutMkLst>
            <pc:docMk/>
            <pc:sldMasterMk cId="0" sldId="2147483659"/>
            <pc:sldLayoutMk cId="0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2A527011-5549-E101-894E-5EA2EF62C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>
            <a:extLst>
              <a:ext uri="{FF2B5EF4-FFF2-40B4-BE49-F238E27FC236}">
                <a16:creationId xmlns:a16="http://schemas.microsoft.com/office/drawing/2014/main" id="{7455256A-E416-9E19-DF38-88CE73F204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>
            <a:extLst>
              <a:ext uri="{FF2B5EF4-FFF2-40B4-BE49-F238E27FC236}">
                <a16:creationId xmlns:a16="http://schemas.microsoft.com/office/drawing/2014/main" id="{7004D7AF-4DF2-E7E7-1063-C1FF61BCD4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0500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430F9BE8-F692-6952-85EC-11FBE0FB5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>
            <a:extLst>
              <a:ext uri="{FF2B5EF4-FFF2-40B4-BE49-F238E27FC236}">
                <a16:creationId xmlns:a16="http://schemas.microsoft.com/office/drawing/2014/main" id="{C4A8AA35-8F8C-8256-1845-176D9E883C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>
            <a:extLst>
              <a:ext uri="{FF2B5EF4-FFF2-40B4-BE49-F238E27FC236}">
                <a16:creationId xmlns:a16="http://schemas.microsoft.com/office/drawing/2014/main" id="{AD524A08-5BC0-D7B0-6002-FDA01060ED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6460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9CC39499-14EB-6E50-3411-54C771DE5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>
            <a:extLst>
              <a:ext uri="{FF2B5EF4-FFF2-40B4-BE49-F238E27FC236}">
                <a16:creationId xmlns:a16="http://schemas.microsoft.com/office/drawing/2014/main" id="{2CDBFBAB-8C66-19D2-979D-44D3C15485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>
            <a:extLst>
              <a:ext uri="{FF2B5EF4-FFF2-40B4-BE49-F238E27FC236}">
                <a16:creationId xmlns:a16="http://schemas.microsoft.com/office/drawing/2014/main" id="{8700FCDD-5867-9103-52E1-E936FF6E17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24827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ABE32D71-9B88-8B49-7346-F82CB6383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>
            <a:extLst>
              <a:ext uri="{FF2B5EF4-FFF2-40B4-BE49-F238E27FC236}">
                <a16:creationId xmlns:a16="http://schemas.microsoft.com/office/drawing/2014/main" id="{4AF7C854-24B2-91C9-A1C4-E3284A657E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p7:notes">
            <a:extLst>
              <a:ext uri="{FF2B5EF4-FFF2-40B4-BE49-F238E27FC236}">
                <a16:creationId xmlns:a16="http://schemas.microsoft.com/office/drawing/2014/main" id="{F594DEB6-74A0-141D-4DB6-2ACF74D993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5951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21690FFB-14A4-2A87-6D62-C572C8422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>
            <a:extLst>
              <a:ext uri="{FF2B5EF4-FFF2-40B4-BE49-F238E27FC236}">
                <a16:creationId xmlns:a16="http://schemas.microsoft.com/office/drawing/2014/main" id="{0D8B885B-80EF-B121-546C-D372C1CDAF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p7:notes">
            <a:extLst>
              <a:ext uri="{FF2B5EF4-FFF2-40B4-BE49-F238E27FC236}">
                <a16:creationId xmlns:a16="http://schemas.microsoft.com/office/drawing/2014/main" id="{224145B3-EE44-D71F-D1E8-E113B191AF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42165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7BD1C734-3166-EAA8-8C0A-65C4C8CF5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>
            <a:extLst>
              <a:ext uri="{FF2B5EF4-FFF2-40B4-BE49-F238E27FC236}">
                <a16:creationId xmlns:a16="http://schemas.microsoft.com/office/drawing/2014/main" id="{E7F37A4F-19FC-B10F-8B43-2B7BE4EE79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p7:notes">
            <a:extLst>
              <a:ext uri="{FF2B5EF4-FFF2-40B4-BE49-F238E27FC236}">
                <a16:creationId xmlns:a16="http://schemas.microsoft.com/office/drawing/2014/main" id="{ED3A265C-1A98-299B-8551-4C43C40825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10800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9BF000BA-A7F8-3E8B-7D12-4651582CE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>
            <a:extLst>
              <a:ext uri="{FF2B5EF4-FFF2-40B4-BE49-F238E27FC236}">
                <a16:creationId xmlns:a16="http://schemas.microsoft.com/office/drawing/2014/main" id="{4515C128-E559-1068-3693-E297222AC2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p7:notes">
            <a:extLst>
              <a:ext uri="{FF2B5EF4-FFF2-40B4-BE49-F238E27FC236}">
                <a16:creationId xmlns:a16="http://schemas.microsoft.com/office/drawing/2014/main" id="{BDB25341-2E3E-7350-F5D3-AD0FA282FC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7973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286000" y="2139404"/>
            <a:ext cx="7620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LECTURE 01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095500" y="2600325"/>
            <a:ext cx="8001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NT-Ops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3765146"/>
            <a:ext cx="762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Number theory optimizations for competitive programming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40446"/>
            <a:ext cx="3492549" cy="3873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40446"/>
            <a:ext cx="3492549" cy="3873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40446"/>
            <a:ext cx="3492549" cy="387334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COURSE LOGISTICS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3169146"/>
            <a:ext cx="304709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1F5F9"/>
                </a:solidFill>
              </a:rPr>
              <a:t>Class Schedule</a:t>
            </a:r>
            <a:endParaRPr sz="2600" b="1" dirty="0">
              <a:solidFill>
                <a:srgbClr val="F1F5F9"/>
              </a:solidFill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866775" y="3797796"/>
            <a:ext cx="2901999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t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ime will be announced on the morning of the class via group. The sessions will be held primarily at </a:t>
            </a:r>
            <a:r>
              <a:rPr lang="en-US" sz="1800" b="1" i="0" u="none" strike="noStrike" cap="none" dirty="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night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4645074" y="3169146"/>
            <a:ext cx="304709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1F5F9"/>
                </a:solidFill>
              </a:rPr>
              <a:t>Platform</a:t>
            </a:r>
            <a:endParaRPr sz="2600" b="1" dirty="0">
              <a:solidFill>
                <a:srgbClr val="F1F5F9"/>
              </a:solidFill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645074" y="3797796"/>
            <a:ext cx="2901999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Lectures will be taken on </a:t>
            </a:r>
            <a:r>
              <a:rPr lang="en-US" sz="1800" b="1" i="0" u="none" strike="noStrike" cap="none" dirty="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Google Meet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 The meet link will be shared on the group a few hours before class.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8423374" y="3169146"/>
            <a:ext cx="304709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1F5F9"/>
                </a:solidFill>
              </a:rPr>
              <a:t>Resources</a:t>
            </a:r>
            <a:endParaRPr sz="2600" b="1" dirty="0">
              <a:solidFill>
                <a:srgbClr val="F1F5F9"/>
              </a:solidFill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8423374" y="3797796"/>
            <a:ext cx="2901999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en-US" sz="1800" b="1" i="0" u="none" strike="noStrike" cap="none" dirty="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centralized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 i="0" u="none" strike="noStrike" cap="none" dirty="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Drive link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containing the lecture slides, assignments, and solution PDFs will be sent in the group.</a:t>
            </a:r>
            <a:endParaRPr dirty="0"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483346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483346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483346"/>
            <a:ext cx="5143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3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762000" y="57150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EXPECTED ENGAGEMENT AND CERTIFICATION</a:t>
            </a:r>
            <a:endParaRPr dirty="0"/>
          </a:p>
        </p:txBody>
      </p:sp>
      <p:sp>
        <p:nvSpPr>
          <p:cNvPr id="140" name="Google Shape;140;p16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6276668" y="2141520"/>
            <a:ext cx="5334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7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Attendance will be</a:t>
            </a:r>
            <a:r>
              <a:rPr lang="en-US" sz="180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taken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in every class</a:t>
            </a:r>
            <a:r>
              <a:rPr lang="en-US" sz="180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via a QR code shared during the class.</a:t>
            </a:r>
            <a:endParaRPr dirty="0"/>
          </a:p>
        </p:txBody>
      </p:sp>
      <p:sp>
        <p:nvSpPr>
          <p:cNvPr id="144" name="Google Shape;144;p16"/>
          <p:cNvSpPr txBox="1"/>
          <p:nvPr/>
        </p:nvSpPr>
        <p:spPr>
          <a:xfrm>
            <a:off x="6276668" y="3027660"/>
            <a:ext cx="5334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7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Starred assignment questions must be submitted on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Codeforces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45" name="Google Shape;145;p16"/>
          <p:cNvSpPr txBox="1"/>
          <p:nvPr/>
        </p:nvSpPr>
        <p:spPr>
          <a:xfrm>
            <a:off x="6286500" y="3844249"/>
            <a:ext cx="5334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7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Only the </a:t>
            </a:r>
            <a:r>
              <a:rPr lang="en-US" sz="1800" b="1" i="0" u="none" strike="noStrike" cap="none" dirty="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Top 80%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of participants who complete the evaluations will be ratified.</a:t>
            </a:r>
            <a:endParaRPr lang="en-US" dirty="0"/>
          </a:p>
        </p:txBody>
      </p:sp>
      <p:pic>
        <p:nvPicPr>
          <p:cNvPr id="146" name="Google Shape;14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6333" y="225735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16659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6333" y="3982928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TIME COMPLEXITY &amp; </a:t>
            </a:r>
            <a:r>
              <a:rPr lang="en-US" sz="3600" b="1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Big O notation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45593" y="1257300"/>
            <a:ext cx="4868812" cy="3432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E8B1E4-75BB-041E-0421-0FCE69059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37651"/>
            <a:ext cx="7081883" cy="12359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2">
          <a:extLst>
            <a:ext uri="{FF2B5EF4-FFF2-40B4-BE49-F238E27FC236}">
              <a16:creationId xmlns:a16="http://schemas.microsoft.com/office/drawing/2014/main" id="{C5445EEC-F660-5EFC-E0BF-0A2FE4547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>
            <a:extLst>
              <a:ext uri="{FF2B5EF4-FFF2-40B4-BE49-F238E27FC236}">
                <a16:creationId xmlns:a16="http://schemas.microsoft.com/office/drawing/2014/main" id="{8E286815-5EEF-85F3-0D48-964B8D56E39F}"/>
              </a:ext>
            </a:extLst>
          </p:cNvPr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TIME COMPLEXITY &amp; </a:t>
            </a:r>
            <a:r>
              <a:rPr lang="en-US" sz="3600" b="1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Big O notation</a:t>
            </a:r>
            <a:endParaRPr/>
          </a:p>
        </p:txBody>
      </p:sp>
      <p:sp>
        <p:nvSpPr>
          <p:cNvPr id="157" name="Google Shape;157;p17">
            <a:extLst>
              <a:ext uri="{FF2B5EF4-FFF2-40B4-BE49-F238E27FC236}">
                <a16:creationId xmlns:a16="http://schemas.microsoft.com/office/drawing/2014/main" id="{E40305D3-FA59-A912-EF0F-161A8C7653F9}"/>
              </a:ext>
            </a:extLst>
          </p:cNvPr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EAE8DC-178B-ECDD-E040-F19162BC6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556" y="1234663"/>
            <a:ext cx="6951946" cy="562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00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60475"/>
            <a:ext cx="2547937" cy="3676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1660475"/>
            <a:ext cx="2547937" cy="3676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1660475"/>
            <a:ext cx="2547937" cy="3676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2562" y="1660475"/>
            <a:ext cx="2547937" cy="367620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762000" y="57150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1F5F9"/>
                </a:solidFill>
                <a:latin typeface="Poppins"/>
                <a:cs typeface="Poppins"/>
                <a:sym typeface="Poppins"/>
              </a:rPr>
              <a:t>Examples of time complexity:</a:t>
            </a:r>
            <a:endParaRPr dirty="0"/>
          </a:p>
        </p:txBody>
      </p:sp>
      <p:sp>
        <p:nvSpPr>
          <p:cNvPr id="172" name="Google Shape;172;p18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571500" y="5622428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Constraint Rule: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 typical server handles ~10^8 operations per second.</a:t>
            </a:r>
            <a:endParaRPr dirty="0"/>
          </a:p>
        </p:txBody>
      </p:sp>
      <p:sp>
        <p:nvSpPr>
          <p:cNvPr id="174" name="Google Shape;174;p18"/>
          <p:cNvSpPr txBox="1"/>
          <p:nvPr/>
        </p:nvSpPr>
        <p:spPr>
          <a:xfrm>
            <a:off x="866775" y="1955750"/>
            <a:ext cx="2055256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O(1) - Constant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866775" y="2984450"/>
            <a:ext cx="1957387" cy="1828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Operations independent of input size (e.g., accessing an array index).</a:t>
            </a:r>
            <a:endParaRPr dirty="0"/>
          </a:p>
        </p:txBody>
      </p:sp>
      <p:sp>
        <p:nvSpPr>
          <p:cNvPr id="176" name="Google Shape;176;p18"/>
          <p:cNvSpPr txBox="1"/>
          <p:nvPr/>
        </p:nvSpPr>
        <p:spPr>
          <a:xfrm>
            <a:off x="3700462" y="1955750"/>
            <a:ext cx="205525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O(log N)</a:t>
            </a:r>
            <a:endParaRPr dirty="0"/>
          </a:p>
        </p:txBody>
      </p:sp>
      <p:sp>
        <p:nvSpPr>
          <p:cNvPr id="177" name="Google Shape;177;p18"/>
          <p:cNvSpPr txBox="1"/>
          <p:nvPr/>
        </p:nvSpPr>
        <p:spPr>
          <a:xfrm>
            <a:off x="3700462" y="2584400"/>
            <a:ext cx="1957387" cy="1828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Divides problem size in each step (e.g., Binary Search).</a:t>
            </a:r>
            <a:endParaRPr dirty="0"/>
          </a:p>
        </p:txBody>
      </p:sp>
      <p:sp>
        <p:nvSpPr>
          <p:cNvPr id="178" name="Google Shape;178;p18"/>
          <p:cNvSpPr txBox="1"/>
          <p:nvPr/>
        </p:nvSpPr>
        <p:spPr>
          <a:xfrm>
            <a:off x="6534150" y="1955750"/>
            <a:ext cx="205525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O(N) - Linear</a:t>
            </a:r>
            <a:endParaRPr dirty="0"/>
          </a:p>
        </p:txBody>
      </p:sp>
      <p:sp>
        <p:nvSpPr>
          <p:cNvPr id="179" name="Google Shape;179;p18"/>
          <p:cNvSpPr txBox="1"/>
          <p:nvPr/>
        </p:nvSpPr>
        <p:spPr>
          <a:xfrm>
            <a:off x="6534150" y="2584400"/>
            <a:ext cx="1957387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Processing every element once. The standard for loops.</a:t>
            </a:r>
            <a:endParaRPr dirty="0"/>
          </a:p>
        </p:txBody>
      </p:sp>
      <p:sp>
        <p:nvSpPr>
          <p:cNvPr id="180" name="Google Shape;180;p18"/>
          <p:cNvSpPr txBox="1"/>
          <p:nvPr/>
        </p:nvSpPr>
        <p:spPr>
          <a:xfrm>
            <a:off x="9367837" y="1955750"/>
            <a:ext cx="205525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O(√N)</a:t>
            </a:r>
            <a:endParaRPr dirty="0"/>
          </a:p>
        </p:txBody>
      </p:sp>
      <p:sp>
        <p:nvSpPr>
          <p:cNvPr id="181" name="Google Shape;181;p18"/>
          <p:cNvSpPr txBox="1"/>
          <p:nvPr/>
        </p:nvSpPr>
        <p:spPr>
          <a:xfrm>
            <a:off x="9367837" y="2584400"/>
            <a:ext cx="1957387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Essential for Divisor Finding and Primality testing.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2">
          <a:extLst>
            <a:ext uri="{FF2B5EF4-FFF2-40B4-BE49-F238E27FC236}">
              <a16:creationId xmlns:a16="http://schemas.microsoft.com/office/drawing/2014/main" id="{15EF6481-A68B-4938-270B-B96432F53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>
            <a:extLst>
              <a:ext uri="{FF2B5EF4-FFF2-40B4-BE49-F238E27FC236}">
                <a16:creationId xmlns:a16="http://schemas.microsoft.com/office/drawing/2014/main" id="{52ED2E27-E4E5-7E8F-E58F-BE7D58A30FE0}"/>
              </a:ext>
            </a:extLst>
          </p:cNvPr>
          <p:cNvSpPr txBox="1"/>
          <p:nvPr/>
        </p:nvSpPr>
        <p:spPr>
          <a:xfrm>
            <a:off x="762000" y="571500"/>
            <a:ext cx="114015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1F5F9"/>
                </a:solidFill>
                <a:latin typeface="Poppins"/>
                <a:cs typeface="Poppins"/>
                <a:sym typeface="Poppins"/>
              </a:rPr>
              <a:t>Examples of time complexity: Binary Search</a:t>
            </a:r>
            <a:br>
              <a:rPr lang="en-US" sz="3600" b="1" dirty="0">
                <a:solidFill>
                  <a:srgbClr val="F1F5F9"/>
                </a:solidFill>
                <a:latin typeface="Poppins"/>
                <a:cs typeface="Poppins"/>
                <a:sym typeface="Poppins"/>
              </a:rPr>
            </a:br>
            <a:br>
              <a:rPr lang="en-US" sz="3600" b="1" dirty="0">
                <a:solidFill>
                  <a:srgbClr val="F1F5F9"/>
                </a:solidFill>
                <a:latin typeface="Poppins"/>
                <a:cs typeface="Poppins"/>
                <a:sym typeface="Poppins"/>
              </a:rPr>
            </a:br>
            <a:r>
              <a:rPr lang="en-US" sz="3600" b="1" dirty="0">
                <a:solidFill>
                  <a:srgbClr val="F1F5F9"/>
                </a:solidFill>
                <a:latin typeface="Poppins"/>
                <a:cs typeface="Poppins"/>
                <a:sym typeface="Poppins"/>
              </a:rPr>
              <a:t>    </a:t>
            </a:r>
            <a:r>
              <a:rPr lang="en-US" sz="2800" b="1" dirty="0">
                <a:solidFill>
                  <a:srgbClr val="F1F5F9"/>
                </a:solidFill>
                <a:latin typeface="Poppins"/>
                <a:cs typeface="Poppins"/>
                <a:sym typeface="Poppins"/>
              </a:rPr>
              <a:t>O(log N) time complexity</a:t>
            </a:r>
            <a:endParaRPr sz="2800" dirty="0"/>
          </a:p>
        </p:txBody>
      </p:sp>
      <p:sp>
        <p:nvSpPr>
          <p:cNvPr id="157" name="Google Shape;157;p17">
            <a:extLst>
              <a:ext uri="{FF2B5EF4-FFF2-40B4-BE49-F238E27FC236}">
                <a16:creationId xmlns:a16="http://schemas.microsoft.com/office/drawing/2014/main" id="{C66761F9-7795-7803-6326-E987C2712262}"/>
              </a:ext>
            </a:extLst>
          </p:cNvPr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405061-D9E4-09C6-D48B-9F2931495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008" y="2385994"/>
            <a:ext cx="8907118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156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2">
          <a:extLst>
            <a:ext uri="{FF2B5EF4-FFF2-40B4-BE49-F238E27FC236}">
              <a16:creationId xmlns:a16="http://schemas.microsoft.com/office/drawing/2014/main" id="{8AB2ACCD-1735-EEEA-6917-5602643EF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>
            <a:extLst>
              <a:ext uri="{FF2B5EF4-FFF2-40B4-BE49-F238E27FC236}">
                <a16:creationId xmlns:a16="http://schemas.microsoft.com/office/drawing/2014/main" id="{2AA9B98A-EAB9-422A-2397-A70A69900B9B}"/>
              </a:ext>
            </a:extLst>
          </p:cNvPr>
          <p:cNvSpPr txBox="1"/>
          <p:nvPr/>
        </p:nvSpPr>
        <p:spPr>
          <a:xfrm>
            <a:off x="762000" y="571500"/>
            <a:ext cx="11401500" cy="20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dirty="0">
                <a:solidFill>
                  <a:srgbClr val="F1F5F9"/>
                </a:solidFill>
                <a:latin typeface="Poppins"/>
                <a:cs typeface="Poppins"/>
                <a:sym typeface="Poppins"/>
              </a:rPr>
              <a:t>Examples of time complexity: Primality Checking</a:t>
            </a:r>
            <a:br>
              <a:rPr lang="en-US" sz="3600" b="1" dirty="0">
                <a:solidFill>
                  <a:srgbClr val="F1F5F9"/>
                </a:solidFill>
                <a:latin typeface="Poppins"/>
                <a:cs typeface="Poppins"/>
                <a:sym typeface="Poppins"/>
              </a:rPr>
            </a:br>
            <a:br>
              <a:rPr lang="en-US" sz="3600" b="1" dirty="0">
                <a:solidFill>
                  <a:srgbClr val="F1F5F9"/>
                </a:solidFill>
                <a:latin typeface="Poppins"/>
                <a:cs typeface="Poppins"/>
                <a:sym typeface="Poppins"/>
              </a:rPr>
            </a:br>
            <a:r>
              <a:rPr lang="en-US" sz="2800" b="1" dirty="0">
                <a:solidFill>
                  <a:srgbClr val="F1F5F9"/>
                </a:solidFill>
                <a:latin typeface="Poppins"/>
                <a:cs typeface="Poppins"/>
                <a:sym typeface="Poppins"/>
              </a:rPr>
              <a:t>O(log </a:t>
            </a:r>
            <a:r>
              <a:rPr lang="en-US" sz="2800" b="1" dirty="0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√N</a:t>
            </a:r>
            <a:r>
              <a:rPr lang="en-US" sz="2800" b="1" dirty="0">
                <a:solidFill>
                  <a:srgbClr val="F1F5F9"/>
                </a:solidFill>
                <a:latin typeface="Poppins"/>
                <a:cs typeface="Poppins"/>
                <a:sym typeface="Poppins"/>
              </a:rPr>
              <a:t>) time complexity</a:t>
            </a:r>
            <a:endParaRPr sz="2800" dirty="0"/>
          </a:p>
        </p:txBody>
      </p:sp>
      <p:sp>
        <p:nvSpPr>
          <p:cNvPr id="157" name="Google Shape;157;p17">
            <a:extLst>
              <a:ext uri="{FF2B5EF4-FFF2-40B4-BE49-F238E27FC236}">
                <a16:creationId xmlns:a16="http://schemas.microsoft.com/office/drawing/2014/main" id="{92BBA8E7-6B6D-73A1-460A-7710DCD5E440}"/>
              </a:ext>
            </a:extLst>
          </p:cNvPr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3B2232-71FB-DA3D-FECE-88D7C5124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334" y="2760186"/>
            <a:ext cx="8859486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315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INTEGER BOUNDS IN C++</a:t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9" name="Google Shape;189;p19"/>
          <p:cNvGraphicFramePr/>
          <p:nvPr>
            <p:extLst>
              <p:ext uri="{D42A27DB-BD31-4B8C-83A1-F6EECF244321}">
                <p14:modId xmlns:p14="http://schemas.microsoft.com/office/powerpoint/2010/main" val="3657919782"/>
              </p:ext>
            </p:extLst>
          </p:nvPr>
        </p:nvGraphicFramePr>
        <p:xfrm>
          <a:off x="571500" y="2299989"/>
          <a:ext cx="11049000" cy="2012100"/>
        </p:xfrm>
        <a:graphic>
          <a:graphicData uri="http://schemas.openxmlformats.org/drawingml/2006/table">
            <a:tbl>
              <a:tblPr firstRow="1" bandRow="1">
                <a:noFill/>
                <a:tableStyleId>{0FFB86A5-EF38-4429-9384-E9A606AB76F4}</a:tableStyleId>
              </a:tblPr>
              <a:tblGrid>
                <a:gridCol w="184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0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Type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Storage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Approx. Range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8BDF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Usage Limit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32-bit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-2 × 10^9 to 2 × 10^9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Up to 10^9 values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long </a:t>
                      </a:r>
                      <a:r>
                        <a:rPr lang="en-US" sz="1650" b="1" i="0" u="none" strike="noStrike" cap="none" dirty="0" err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long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64-bit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-9 × 10^18 to 9 × 10^18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Massive integers (~10^18)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0" name="Google Shape;190;p19"/>
          <p:cNvSpPr txBox="1"/>
          <p:nvPr/>
        </p:nvSpPr>
        <p:spPr>
          <a:xfrm>
            <a:off x="571500" y="5173265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87171"/>
                </a:solidFill>
                <a:latin typeface="Lato"/>
                <a:ea typeface="Lato"/>
                <a:cs typeface="Lato"/>
                <a:sym typeface="Lato"/>
              </a:rPr>
              <a:t>Danger: 10^9 × 10^9 will OVERFLOW a 32-bit int!</a:t>
            </a:r>
            <a:endParaRPr dirty="0"/>
          </a:p>
        </p:txBody>
      </p:sp>
      <p:pic>
        <p:nvPicPr>
          <p:cNvPr id="191" name="Google Shape;19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28756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/>
          <p:nvPr/>
        </p:nvSpPr>
        <p:spPr>
          <a:xfrm>
            <a:off x="571500" y="3631852"/>
            <a:ext cx="18485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2420094" y="3631852"/>
            <a:ext cx="17631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4183260" y="3631852"/>
            <a:ext cx="341277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7596038" y="3631852"/>
            <a:ext cx="40244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571500" y="4320778"/>
            <a:ext cx="18485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2420094" y="4320778"/>
            <a:ext cx="17631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4183260" y="4320778"/>
            <a:ext cx="341277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7596038" y="4320778"/>
            <a:ext cx="40244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571500" y="4968478"/>
            <a:ext cx="18485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2420094" y="4968478"/>
            <a:ext cx="17631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4183260" y="4968478"/>
            <a:ext cx="341277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7596038" y="4968478"/>
            <a:ext cx="40244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761357"/>
            <a:ext cx="5334000" cy="2401937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MODULO &amp; NEGATIVES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71500" y="2264271"/>
            <a:ext cx="5334000" cy="740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C++ handles the remainder operator % differently than pure mathematics for negative values.</a:t>
            </a:r>
            <a:endParaRPr dirty="0"/>
          </a:p>
        </p:txBody>
      </p:sp>
      <p:sp>
        <p:nvSpPr>
          <p:cNvPr id="213" name="Google Shape;213;p20"/>
          <p:cNvSpPr txBox="1"/>
          <p:nvPr/>
        </p:nvSpPr>
        <p:spPr>
          <a:xfrm>
            <a:off x="571500" y="4186237"/>
            <a:ext cx="5334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To normalize to a positive remainder, use the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Safe Modulo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trick: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572250" y="3047107"/>
            <a:ext cx="50006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Why Normalize?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572250" y="3551932"/>
            <a:ext cx="47625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Without normalization, your running sums in problems will corrupt, yielding incorrect negative results.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39504"/>
            <a:ext cx="3492549" cy="217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939504"/>
            <a:ext cx="3492549" cy="217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939504"/>
            <a:ext cx="3492549" cy="217914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MODULAR PROPERTIES</a:t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571500" y="2154733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Avoid overflow by taking the modulo at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every step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of addition and multiplication.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571500" y="540439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7171"/>
                </a:solidFill>
                <a:latin typeface="Lato"/>
                <a:ea typeface="Lato"/>
                <a:cs typeface="Lato"/>
                <a:sym typeface="Lato"/>
              </a:rPr>
              <a:t>Warning: Division (A / B) % M does </a:t>
            </a:r>
            <a:r>
              <a:rPr lang="en-US" sz="18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NOT</a:t>
            </a:r>
            <a:r>
              <a:rPr lang="en-US" sz="1800" b="0" i="0" u="none" strike="noStrike" cap="none">
                <a:solidFill>
                  <a:srgbClr val="F87171"/>
                </a:solidFill>
                <a:latin typeface="Lato"/>
                <a:ea typeface="Lato"/>
                <a:cs typeface="Lato"/>
                <a:sym typeface="Lato"/>
              </a:rPr>
              <a:t> exist simply. It requires Modular Inverses!</a:t>
            </a:r>
            <a:endParaRPr/>
          </a:p>
        </p:txBody>
      </p:sp>
      <p:pic>
        <p:nvPicPr>
          <p:cNvPr id="228" name="Google Shape;228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7200" y="553774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866775" y="3234779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Addition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866775" y="3863429"/>
            <a:ext cx="290199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(A + B) % M =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((A % M) + (B % M)) % M</a:t>
            </a:r>
            <a:endParaRPr dirty="0"/>
          </a:p>
        </p:txBody>
      </p:sp>
      <p:sp>
        <p:nvSpPr>
          <p:cNvPr id="231" name="Google Shape;231;p21"/>
          <p:cNvSpPr txBox="1"/>
          <p:nvPr/>
        </p:nvSpPr>
        <p:spPr>
          <a:xfrm>
            <a:off x="4645074" y="3234779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Subtraction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4532672" y="3863429"/>
            <a:ext cx="315950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(A - B) % M =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((A % M) - (B % M) + M) % M</a:t>
            </a:r>
            <a:endParaRPr dirty="0"/>
          </a:p>
        </p:txBody>
      </p:sp>
      <p:sp>
        <p:nvSpPr>
          <p:cNvPr id="233" name="Google Shape;233;p21"/>
          <p:cNvSpPr txBox="1"/>
          <p:nvPr/>
        </p:nvSpPr>
        <p:spPr>
          <a:xfrm>
            <a:off x="8423374" y="3234779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Multiplication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8423374" y="3863429"/>
            <a:ext cx="290199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(A * B) % M =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((A % M) * (B % M)) % M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5">
          <a:extLst>
            <a:ext uri="{FF2B5EF4-FFF2-40B4-BE49-F238E27FC236}">
              <a16:creationId xmlns:a16="http://schemas.microsoft.com/office/drawing/2014/main" id="{E2EEAEA2-E13B-0F4D-7089-35467734C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9" descr="image.png">
            <a:extLst>
              <a:ext uri="{FF2B5EF4-FFF2-40B4-BE49-F238E27FC236}">
                <a16:creationId xmlns:a16="http://schemas.microsoft.com/office/drawing/2014/main" id="{1C0B4E72-3D9F-512E-52F3-20BADE8C5C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>
            <a:extLst>
              <a:ext uri="{FF2B5EF4-FFF2-40B4-BE49-F238E27FC236}">
                <a16:creationId xmlns:a16="http://schemas.microsoft.com/office/drawing/2014/main" id="{5EAFC076-2D96-4F24-048D-D4FA51B9F454}"/>
              </a:ext>
            </a:extLst>
          </p:cNvPr>
          <p:cNvSpPr txBox="1"/>
          <p:nvPr/>
        </p:nvSpPr>
        <p:spPr>
          <a:xfrm>
            <a:off x="762000" y="57150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1F5F9"/>
                </a:solidFill>
                <a:latin typeface="Poppins"/>
                <a:cs typeface="Poppins"/>
                <a:sym typeface="Poppins"/>
              </a:rPr>
              <a:t>BINARY EXPONENTIATION (Contd.)</a:t>
            </a:r>
            <a:endParaRPr dirty="0"/>
          </a:p>
        </p:txBody>
      </p:sp>
      <p:sp>
        <p:nvSpPr>
          <p:cNvPr id="188" name="Google Shape;188;p19">
            <a:extLst>
              <a:ext uri="{FF2B5EF4-FFF2-40B4-BE49-F238E27FC236}">
                <a16:creationId xmlns:a16="http://schemas.microsoft.com/office/drawing/2014/main" id="{6E7729FC-C002-C28E-EC53-CA3DFC4A37AF}"/>
              </a:ext>
            </a:extLst>
          </p:cNvPr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>
            <a:extLst>
              <a:ext uri="{FF2B5EF4-FFF2-40B4-BE49-F238E27FC236}">
                <a16:creationId xmlns:a16="http://schemas.microsoft.com/office/drawing/2014/main" id="{F9D98895-B7D0-ACFF-BD44-A0C2FDD8BF95}"/>
              </a:ext>
            </a:extLst>
          </p:cNvPr>
          <p:cNvSpPr/>
          <p:nvPr/>
        </p:nvSpPr>
        <p:spPr>
          <a:xfrm>
            <a:off x="571500" y="3631852"/>
            <a:ext cx="18485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>
            <a:extLst>
              <a:ext uri="{FF2B5EF4-FFF2-40B4-BE49-F238E27FC236}">
                <a16:creationId xmlns:a16="http://schemas.microsoft.com/office/drawing/2014/main" id="{8EC2C009-B4C0-05E3-432A-620EEA767CB8}"/>
              </a:ext>
            </a:extLst>
          </p:cNvPr>
          <p:cNvSpPr/>
          <p:nvPr/>
        </p:nvSpPr>
        <p:spPr>
          <a:xfrm>
            <a:off x="2420094" y="3631852"/>
            <a:ext cx="17631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>
            <a:extLst>
              <a:ext uri="{FF2B5EF4-FFF2-40B4-BE49-F238E27FC236}">
                <a16:creationId xmlns:a16="http://schemas.microsoft.com/office/drawing/2014/main" id="{3FB3249E-8D2E-8456-9B39-50A9C60123FA}"/>
              </a:ext>
            </a:extLst>
          </p:cNvPr>
          <p:cNvSpPr/>
          <p:nvPr/>
        </p:nvSpPr>
        <p:spPr>
          <a:xfrm>
            <a:off x="4183260" y="3631852"/>
            <a:ext cx="341277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>
            <a:extLst>
              <a:ext uri="{FF2B5EF4-FFF2-40B4-BE49-F238E27FC236}">
                <a16:creationId xmlns:a16="http://schemas.microsoft.com/office/drawing/2014/main" id="{90FCA4ED-8F2F-41A3-7B09-455CD7A17218}"/>
              </a:ext>
            </a:extLst>
          </p:cNvPr>
          <p:cNvSpPr/>
          <p:nvPr/>
        </p:nvSpPr>
        <p:spPr>
          <a:xfrm>
            <a:off x="7596038" y="3631852"/>
            <a:ext cx="40244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>
            <a:extLst>
              <a:ext uri="{FF2B5EF4-FFF2-40B4-BE49-F238E27FC236}">
                <a16:creationId xmlns:a16="http://schemas.microsoft.com/office/drawing/2014/main" id="{69FDE0C1-AB52-16D7-F3FB-DA85EB576933}"/>
              </a:ext>
            </a:extLst>
          </p:cNvPr>
          <p:cNvSpPr/>
          <p:nvPr/>
        </p:nvSpPr>
        <p:spPr>
          <a:xfrm>
            <a:off x="571500" y="4320778"/>
            <a:ext cx="18485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>
            <a:extLst>
              <a:ext uri="{FF2B5EF4-FFF2-40B4-BE49-F238E27FC236}">
                <a16:creationId xmlns:a16="http://schemas.microsoft.com/office/drawing/2014/main" id="{C29BC533-5B01-C56E-E7F3-A173891908C6}"/>
              </a:ext>
            </a:extLst>
          </p:cNvPr>
          <p:cNvSpPr/>
          <p:nvPr/>
        </p:nvSpPr>
        <p:spPr>
          <a:xfrm>
            <a:off x="2420094" y="4320778"/>
            <a:ext cx="17631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>
            <a:extLst>
              <a:ext uri="{FF2B5EF4-FFF2-40B4-BE49-F238E27FC236}">
                <a16:creationId xmlns:a16="http://schemas.microsoft.com/office/drawing/2014/main" id="{08EA7FAA-5612-EA32-1B39-4D1A84A1C7EA}"/>
              </a:ext>
            </a:extLst>
          </p:cNvPr>
          <p:cNvSpPr/>
          <p:nvPr/>
        </p:nvSpPr>
        <p:spPr>
          <a:xfrm>
            <a:off x="4183260" y="4320778"/>
            <a:ext cx="341277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>
            <a:extLst>
              <a:ext uri="{FF2B5EF4-FFF2-40B4-BE49-F238E27FC236}">
                <a16:creationId xmlns:a16="http://schemas.microsoft.com/office/drawing/2014/main" id="{25E004E9-386E-DD94-356D-461E936382E4}"/>
              </a:ext>
            </a:extLst>
          </p:cNvPr>
          <p:cNvSpPr/>
          <p:nvPr/>
        </p:nvSpPr>
        <p:spPr>
          <a:xfrm>
            <a:off x="7596038" y="4320778"/>
            <a:ext cx="40244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>
            <a:extLst>
              <a:ext uri="{FF2B5EF4-FFF2-40B4-BE49-F238E27FC236}">
                <a16:creationId xmlns:a16="http://schemas.microsoft.com/office/drawing/2014/main" id="{AF615805-660D-52A5-70A4-DD28E846151A}"/>
              </a:ext>
            </a:extLst>
          </p:cNvPr>
          <p:cNvSpPr/>
          <p:nvPr/>
        </p:nvSpPr>
        <p:spPr>
          <a:xfrm>
            <a:off x="571500" y="4968478"/>
            <a:ext cx="18485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>
            <a:extLst>
              <a:ext uri="{FF2B5EF4-FFF2-40B4-BE49-F238E27FC236}">
                <a16:creationId xmlns:a16="http://schemas.microsoft.com/office/drawing/2014/main" id="{6D4D250C-F5C3-26BF-A981-1777A2711D39}"/>
              </a:ext>
            </a:extLst>
          </p:cNvPr>
          <p:cNvSpPr/>
          <p:nvPr/>
        </p:nvSpPr>
        <p:spPr>
          <a:xfrm>
            <a:off x="2420094" y="4968478"/>
            <a:ext cx="17631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>
            <a:extLst>
              <a:ext uri="{FF2B5EF4-FFF2-40B4-BE49-F238E27FC236}">
                <a16:creationId xmlns:a16="http://schemas.microsoft.com/office/drawing/2014/main" id="{E758A5A0-95F2-513D-C5A0-83E4F20FD081}"/>
              </a:ext>
            </a:extLst>
          </p:cNvPr>
          <p:cNvSpPr/>
          <p:nvPr/>
        </p:nvSpPr>
        <p:spPr>
          <a:xfrm>
            <a:off x="4183260" y="4968478"/>
            <a:ext cx="341277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>
            <a:extLst>
              <a:ext uri="{FF2B5EF4-FFF2-40B4-BE49-F238E27FC236}">
                <a16:creationId xmlns:a16="http://schemas.microsoft.com/office/drawing/2014/main" id="{814C4A5F-341B-D0C5-18F2-8A97C275F3CD}"/>
              </a:ext>
            </a:extLst>
          </p:cNvPr>
          <p:cNvSpPr/>
          <p:nvPr/>
        </p:nvSpPr>
        <p:spPr>
          <a:xfrm>
            <a:off x="7596038" y="4968478"/>
            <a:ext cx="40244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3DBE97-BD1C-F007-3DD2-D5D3458C9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46150"/>
            <a:ext cx="12191999" cy="24670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3578DE-FD32-C944-9282-342716C7DB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26043"/>
            <a:ext cx="12192000" cy="216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974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5">
          <a:extLst>
            <a:ext uri="{FF2B5EF4-FFF2-40B4-BE49-F238E27FC236}">
              <a16:creationId xmlns:a16="http://schemas.microsoft.com/office/drawing/2014/main" id="{FDC9CD91-8F5D-5B8C-0A86-1482BDA54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9" descr="image.png">
            <a:extLst>
              <a:ext uri="{FF2B5EF4-FFF2-40B4-BE49-F238E27FC236}">
                <a16:creationId xmlns:a16="http://schemas.microsoft.com/office/drawing/2014/main" id="{C2508DA2-A760-7632-D118-4DA5BA641A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>
            <a:extLst>
              <a:ext uri="{FF2B5EF4-FFF2-40B4-BE49-F238E27FC236}">
                <a16:creationId xmlns:a16="http://schemas.microsoft.com/office/drawing/2014/main" id="{CA935EA5-6302-7BC2-5ADF-C2C4D69B75BE}"/>
              </a:ext>
            </a:extLst>
          </p:cNvPr>
          <p:cNvSpPr txBox="1"/>
          <p:nvPr/>
        </p:nvSpPr>
        <p:spPr>
          <a:xfrm>
            <a:off x="762000" y="57150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1F5F9"/>
                </a:solidFill>
                <a:latin typeface="Poppins"/>
                <a:cs typeface="Poppins"/>
                <a:sym typeface="Poppins"/>
              </a:rPr>
              <a:t>BINARY EXPONENTIATION (Contd.)</a:t>
            </a:r>
            <a:endParaRPr dirty="0"/>
          </a:p>
        </p:txBody>
      </p:sp>
      <p:sp>
        <p:nvSpPr>
          <p:cNvPr id="188" name="Google Shape;188;p19">
            <a:extLst>
              <a:ext uri="{FF2B5EF4-FFF2-40B4-BE49-F238E27FC236}">
                <a16:creationId xmlns:a16="http://schemas.microsoft.com/office/drawing/2014/main" id="{5BC766B7-F718-C2E4-017B-BC7C4D5B6A94}"/>
              </a:ext>
            </a:extLst>
          </p:cNvPr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>
            <a:extLst>
              <a:ext uri="{FF2B5EF4-FFF2-40B4-BE49-F238E27FC236}">
                <a16:creationId xmlns:a16="http://schemas.microsoft.com/office/drawing/2014/main" id="{9B715CF9-3B76-10AD-EC42-DC7AEDB1D5FF}"/>
              </a:ext>
            </a:extLst>
          </p:cNvPr>
          <p:cNvSpPr/>
          <p:nvPr/>
        </p:nvSpPr>
        <p:spPr>
          <a:xfrm>
            <a:off x="571500" y="3631852"/>
            <a:ext cx="18485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>
            <a:extLst>
              <a:ext uri="{FF2B5EF4-FFF2-40B4-BE49-F238E27FC236}">
                <a16:creationId xmlns:a16="http://schemas.microsoft.com/office/drawing/2014/main" id="{FDA13D05-038D-A1A6-6E67-C9D53F7279CA}"/>
              </a:ext>
            </a:extLst>
          </p:cNvPr>
          <p:cNvSpPr/>
          <p:nvPr/>
        </p:nvSpPr>
        <p:spPr>
          <a:xfrm>
            <a:off x="2420094" y="3631852"/>
            <a:ext cx="17631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>
            <a:extLst>
              <a:ext uri="{FF2B5EF4-FFF2-40B4-BE49-F238E27FC236}">
                <a16:creationId xmlns:a16="http://schemas.microsoft.com/office/drawing/2014/main" id="{0F5021A7-3235-C202-355B-E666DAF149E9}"/>
              </a:ext>
            </a:extLst>
          </p:cNvPr>
          <p:cNvSpPr/>
          <p:nvPr/>
        </p:nvSpPr>
        <p:spPr>
          <a:xfrm>
            <a:off x="4183260" y="3631852"/>
            <a:ext cx="341277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>
            <a:extLst>
              <a:ext uri="{FF2B5EF4-FFF2-40B4-BE49-F238E27FC236}">
                <a16:creationId xmlns:a16="http://schemas.microsoft.com/office/drawing/2014/main" id="{99A2DEF6-1421-7C0F-762E-36DE640EC8D6}"/>
              </a:ext>
            </a:extLst>
          </p:cNvPr>
          <p:cNvSpPr/>
          <p:nvPr/>
        </p:nvSpPr>
        <p:spPr>
          <a:xfrm>
            <a:off x="7596038" y="3631852"/>
            <a:ext cx="40244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>
            <a:extLst>
              <a:ext uri="{FF2B5EF4-FFF2-40B4-BE49-F238E27FC236}">
                <a16:creationId xmlns:a16="http://schemas.microsoft.com/office/drawing/2014/main" id="{FE7B43A7-F645-32A2-0B7D-49D6C64927C3}"/>
              </a:ext>
            </a:extLst>
          </p:cNvPr>
          <p:cNvSpPr/>
          <p:nvPr/>
        </p:nvSpPr>
        <p:spPr>
          <a:xfrm>
            <a:off x="571500" y="4320778"/>
            <a:ext cx="18485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>
            <a:extLst>
              <a:ext uri="{FF2B5EF4-FFF2-40B4-BE49-F238E27FC236}">
                <a16:creationId xmlns:a16="http://schemas.microsoft.com/office/drawing/2014/main" id="{DFCC3770-ACDE-5D80-F208-61CFAA5EC8C5}"/>
              </a:ext>
            </a:extLst>
          </p:cNvPr>
          <p:cNvSpPr/>
          <p:nvPr/>
        </p:nvSpPr>
        <p:spPr>
          <a:xfrm>
            <a:off x="2420094" y="4320778"/>
            <a:ext cx="17631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>
            <a:extLst>
              <a:ext uri="{FF2B5EF4-FFF2-40B4-BE49-F238E27FC236}">
                <a16:creationId xmlns:a16="http://schemas.microsoft.com/office/drawing/2014/main" id="{50ADC39C-9C5A-D073-EA21-64211A269406}"/>
              </a:ext>
            </a:extLst>
          </p:cNvPr>
          <p:cNvSpPr/>
          <p:nvPr/>
        </p:nvSpPr>
        <p:spPr>
          <a:xfrm>
            <a:off x="4183260" y="4320778"/>
            <a:ext cx="341277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>
            <a:extLst>
              <a:ext uri="{FF2B5EF4-FFF2-40B4-BE49-F238E27FC236}">
                <a16:creationId xmlns:a16="http://schemas.microsoft.com/office/drawing/2014/main" id="{77CC991B-27D5-E168-9FAA-2F0684D42B59}"/>
              </a:ext>
            </a:extLst>
          </p:cNvPr>
          <p:cNvSpPr/>
          <p:nvPr/>
        </p:nvSpPr>
        <p:spPr>
          <a:xfrm>
            <a:off x="7596038" y="4320778"/>
            <a:ext cx="40244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>
            <a:extLst>
              <a:ext uri="{FF2B5EF4-FFF2-40B4-BE49-F238E27FC236}">
                <a16:creationId xmlns:a16="http://schemas.microsoft.com/office/drawing/2014/main" id="{58FE34A9-066C-42B9-86BA-3B68C3DA1FB4}"/>
              </a:ext>
            </a:extLst>
          </p:cNvPr>
          <p:cNvSpPr/>
          <p:nvPr/>
        </p:nvSpPr>
        <p:spPr>
          <a:xfrm>
            <a:off x="571500" y="4968478"/>
            <a:ext cx="18485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>
            <a:extLst>
              <a:ext uri="{FF2B5EF4-FFF2-40B4-BE49-F238E27FC236}">
                <a16:creationId xmlns:a16="http://schemas.microsoft.com/office/drawing/2014/main" id="{51169E21-3DDC-BFDA-7C0F-B3718A69A96C}"/>
              </a:ext>
            </a:extLst>
          </p:cNvPr>
          <p:cNvSpPr/>
          <p:nvPr/>
        </p:nvSpPr>
        <p:spPr>
          <a:xfrm>
            <a:off x="2420094" y="4968478"/>
            <a:ext cx="17631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>
            <a:extLst>
              <a:ext uri="{FF2B5EF4-FFF2-40B4-BE49-F238E27FC236}">
                <a16:creationId xmlns:a16="http://schemas.microsoft.com/office/drawing/2014/main" id="{07EDF980-3587-C250-7880-1B28F54B717D}"/>
              </a:ext>
            </a:extLst>
          </p:cNvPr>
          <p:cNvSpPr/>
          <p:nvPr/>
        </p:nvSpPr>
        <p:spPr>
          <a:xfrm>
            <a:off x="4183260" y="4968478"/>
            <a:ext cx="341277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>
            <a:extLst>
              <a:ext uri="{FF2B5EF4-FFF2-40B4-BE49-F238E27FC236}">
                <a16:creationId xmlns:a16="http://schemas.microsoft.com/office/drawing/2014/main" id="{6C12E858-21CC-B48C-C1E6-3D39A9AB4F6B}"/>
              </a:ext>
            </a:extLst>
          </p:cNvPr>
          <p:cNvSpPr/>
          <p:nvPr/>
        </p:nvSpPr>
        <p:spPr>
          <a:xfrm>
            <a:off x="7596038" y="4968478"/>
            <a:ext cx="40244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8013451-8578-B8FB-846D-E91A0072F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787" y="1308853"/>
            <a:ext cx="11316929" cy="541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672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5">
          <a:extLst>
            <a:ext uri="{FF2B5EF4-FFF2-40B4-BE49-F238E27FC236}">
              <a16:creationId xmlns:a16="http://schemas.microsoft.com/office/drawing/2014/main" id="{5932EF76-27BB-CCDF-A1B9-A0C4500AB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9" descr="image.png">
            <a:extLst>
              <a:ext uri="{FF2B5EF4-FFF2-40B4-BE49-F238E27FC236}">
                <a16:creationId xmlns:a16="http://schemas.microsoft.com/office/drawing/2014/main" id="{0A849774-F5C8-B5D7-0E3F-0539D3D3F5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>
            <a:extLst>
              <a:ext uri="{FF2B5EF4-FFF2-40B4-BE49-F238E27FC236}">
                <a16:creationId xmlns:a16="http://schemas.microsoft.com/office/drawing/2014/main" id="{721B80D5-6DAE-7940-D9C8-6FF2E3E22CE6}"/>
              </a:ext>
            </a:extLst>
          </p:cNvPr>
          <p:cNvSpPr txBox="1"/>
          <p:nvPr/>
        </p:nvSpPr>
        <p:spPr>
          <a:xfrm>
            <a:off x="762000" y="57150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1F5F9"/>
                </a:solidFill>
                <a:latin typeface="Poppins"/>
                <a:cs typeface="Poppins"/>
                <a:sym typeface="Poppins"/>
              </a:rPr>
              <a:t>BINARY EXPONENTIATION </a:t>
            </a:r>
            <a:endParaRPr dirty="0"/>
          </a:p>
        </p:txBody>
      </p:sp>
      <p:sp>
        <p:nvSpPr>
          <p:cNvPr id="188" name="Google Shape;188;p19">
            <a:extLst>
              <a:ext uri="{FF2B5EF4-FFF2-40B4-BE49-F238E27FC236}">
                <a16:creationId xmlns:a16="http://schemas.microsoft.com/office/drawing/2014/main" id="{8575F429-85E0-125C-482E-A98C3280D632}"/>
              </a:ext>
            </a:extLst>
          </p:cNvPr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>
            <a:extLst>
              <a:ext uri="{FF2B5EF4-FFF2-40B4-BE49-F238E27FC236}">
                <a16:creationId xmlns:a16="http://schemas.microsoft.com/office/drawing/2014/main" id="{E3EA8EE0-A049-2F43-9B5D-1E76014CD272}"/>
              </a:ext>
            </a:extLst>
          </p:cNvPr>
          <p:cNvSpPr/>
          <p:nvPr/>
        </p:nvSpPr>
        <p:spPr>
          <a:xfrm>
            <a:off x="571500" y="3631852"/>
            <a:ext cx="18485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>
            <a:extLst>
              <a:ext uri="{FF2B5EF4-FFF2-40B4-BE49-F238E27FC236}">
                <a16:creationId xmlns:a16="http://schemas.microsoft.com/office/drawing/2014/main" id="{C97C4FF2-D834-F0E1-28EF-8E925824D03E}"/>
              </a:ext>
            </a:extLst>
          </p:cNvPr>
          <p:cNvSpPr/>
          <p:nvPr/>
        </p:nvSpPr>
        <p:spPr>
          <a:xfrm>
            <a:off x="2420094" y="3631852"/>
            <a:ext cx="17631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>
            <a:extLst>
              <a:ext uri="{FF2B5EF4-FFF2-40B4-BE49-F238E27FC236}">
                <a16:creationId xmlns:a16="http://schemas.microsoft.com/office/drawing/2014/main" id="{DBF8256B-2909-0BF3-EF71-AA8B078FAE2E}"/>
              </a:ext>
            </a:extLst>
          </p:cNvPr>
          <p:cNvSpPr/>
          <p:nvPr/>
        </p:nvSpPr>
        <p:spPr>
          <a:xfrm>
            <a:off x="4183260" y="3631852"/>
            <a:ext cx="341277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>
            <a:extLst>
              <a:ext uri="{FF2B5EF4-FFF2-40B4-BE49-F238E27FC236}">
                <a16:creationId xmlns:a16="http://schemas.microsoft.com/office/drawing/2014/main" id="{7DCA6C1B-3266-676A-AF0C-856D6A55C65E}"/>
              </a:ext>
            </a:extLst>
          </p:cNvPr>
          <p:cNvSpPr/>
          <p:nvPr/>
        </p:nvSpPr>
        <p:spPr>
          <a:xfrm>
            <a:off x="7596038" y="3631852"/>
            <a:ext cx="40244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>
            <a:extLst>
              <a:ext uri="{FF2B5EF4-FFF2-40B4-BE49-F238E27FC236}">
                <a16:creationId xmlns:a16="http://schemas.microsoft.com/office/drawing/2014/main" id="{33007CFF-35F3-85A5-634F-E4227F002D18}"/>
              </a:ext>
            </a:extLst>
          </p:cNvPr>
          <p:cNvSpPr/>
          <p:nvPr/>
        </p:nvSpPr>
        <p:spPr>
          <a:xfrm>
            <a:off x="571500" y="4320778"/>
            <a:ext cx="18485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>
            <a:extLst>
              <a:ext uri="{FF2B5EF4-FFF2-40B4-BE49-F238E27FC236}">
                <a16:creationId xmlns:a16="http://schemas.microsoft.com/office/drawing/2014/main" id="{FD5C0AD0-52BA-B7E9-3779-E180E0AA6C6A}"/>
              </a:ext>
            </a:extLst>
          </p:cNvPr>
          <p:cNvSpPr/>
          <p:nvPr/>
        </p:nvSpPr>
        <p:spPr>
          <a:xfrm>
            <a:off x="2420094" y="4320778"/>
            <a:ext cx="17631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>
            <a:extLst>
              <a:ext uri="{FF2B5EF4-FFF2-40B4-BE49-F238E27FC236}">
                <a16:creationId xmlns:a16="http://schemas.microsoft.com/office/drawing/2014/main" id="{5EBEA1C3-1202-AAFA-1C76-C8E8DFBE6A6F}"/>
              </a:ext>
            </a:extLst>
          </p:cNvPr>
          <p:cNvSpPr/>
          <p:nvPr/>
        </p:nvSpPr>
        <p:spPr>
          <a:xfrm>
            <a:off x="4183260" y="4320778"/>
            <a:ext cx="341277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>
            <a:extLst>
              <a:ext uri="{FF2B5EF4-FFF2-40B4-BE49-F238E27FC236}">
                <a16:creationId xmlns:a16="http://schemas.microsoft.com/office/drawing/2014/main" id="{B8C112A7-455C-2C89-9A27-EAB168DF34BF}"/>
              </a:ext>
            </a:extLst>
          </p:cNvPr>
          <p:cNvSpPr/>
          <p:nvPr/>
        </p:nvSpPr>
        <p:spPr>
          <a:xfrm>
            <a:off x="7596038" y="4320778"/>
            <a:ext cx="40244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>
            <a:extLst>
              <a:ext uri="{FF2B5EF4-FFF2-40B4-BE49-F238E27FC236}">
                <a16:creationId xmlns:a16="http://schemas.microsoft.com/office/drawing/2014/main" id="{3A45B4DE-F366-5268-1A0C-0A3748D614DF}"/>
              </a:ext>
            </a:extLst>
          </p:cNvPr>
          <p:cNvSpPr/>
          <p:nvPr/>
        </p:nvSpPr>
        <p:spPr>
          <a:xfrm>
            <a:off x="571500" y="4968478"/>
            <a:ext cx="18485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>
            <a:extLst>
              <a:ext uri="{FF2B5EF4-FFF2-40B4-BE49-F238E27FC236}">
                <a16:creationId xmlns:a16="http://schemas.microsoft.com/office/drawing/2014/main" id="{2F267CE4-896D-A330-77C9-8421095439A8}"/>
              </a:ext>
            </a:extLst>
          </p:cNvPr>
          <p:cNvSpPr/>
          <p:nvPr/>
        </p:nvSpPr>
        <p:spPr>
          <a:xfrm>
            <a:off x="2420094" y="4968478"/>
            <a:ext cx="17631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>
            <a:extLst>
              <a:ext uri="{FF2B5EF4-FFF2-40B4-BE49-F238E27FC236}">
                <a16:creationId xmlns:a16="http://schemas.microsoft.com/office/drawing/2014/main" id="{096B678C-D2E4-9B38-81C9-6EF8A3BB39E0}"/>
              </a:ext>
            </a:extLst>
          </p:cNvPr>
          <p:cNvSpPr/>
          <p:nvPr/>
        </p:nvSpPr>
        <p:spPr>
          <a:xfrm>
            <a:off x="4183260" y="4968478"/>
            <a:ext cx="341277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>
            <a:extLst>
              <a:ext uri="{FF2B5EF4-FFF2-40B4-BE49-F238E27FC236}">
                <a16:creationId xmlns:a16="http://schemas.microsoft.com/office/drawing/2014/main" id="{D6D71CD1-C80F-0EDE-8C5E-1E22CA793016}"/>
              </a:ext>
            </a:extLst>
          </p:cNvPr>
          <p:cNvSpPr/>
          <p:nvPr/>
        </p:nvSpPr>
        <p:spPr>
          <a:xfrm>
            <a:off x="7596038" y="4968478"/>
            <a:ext cx="40244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BC8E4B-3F7D-FED8-07C4-DA5FE8106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673" y="1961944"/>
            <a:ext cx="11401425" cy="308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456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5">
          <a:extLst>
            <a:ext uri="{FF2B5EF4-FFF2-40B4-BE49-F238E27FC236}">
              <a16:creationId xmlns:a16="http://schemas.microsoft.com/office/drawing/2014/main" id="{156E4A77-886E-9E61-6B13-160E34643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9" descr="image.png">
            <a:extLst>
              <a:ext uri="{FF2B5EF4-FFF2-40B4-BE49-F238E27FC236}">
                <a16:creationId xmlns:a16="http://schemas.microsoft.com/office/drawing/2014/main" id="{B1FAB17F-C01B-B647-EB62-45342DB448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>
            <a:extLst>
              <a:ext uri="{FF2B5EF4-FFF2-40B4-BE49-F238E27FC236}">
                <a16:creationId xmlns:a16="http://schemas.microsoft.com/office/drawing/2014/main" id="{0E50FEF8-C8BF-A80C-3692-5940520EBB0B}"/>
              </a:ext>
            </a:extLst>
          </p:cNvPr>
          <p:cNvSpPr txBox="1"/>
          <p:nvPr/>
        </p:nvSpPr>
        <p:spPr>
          <a:xfrm>
            <a:off x="762000" y="571500"/>
            <a:ext cx="1140142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dirty="0">
                <a:solidFill>
                  <a:srgbClr val="F1F5F9"/>
                </a:solidFill>
                <a:latin typeface="Poppins"/>
                <a:cs typeface="Poppins"/>
                <a:sym typeface="Poppins"/>
              </a:rPr>
              <a:t>BINARY EXPONENTIATION (IMPLEMENTATION) </a:t>
            </a:r>
            <a:endParaRPr sz="3400" dirty="0"/>
          </a:p>
        </p:txBody>
      </p:sp>
      <p:sp>
        <p:nvSpPr>
          <p:cNvPr id="188" name="Google Shape;188;p19">
            <a:extLst>
              <a:ext uri="{FF2B5EF4-FFF2-40B4-BE49-F238E27FC236}">
                <a16:creationId xmlns:a16="http://schemas.microsoft.com/office/drawing/2014/main" id="{B35650A1-0109-5399-B44F-A134F3B67AD7}"/>
              </a:ext>
            </a:extLst>
          </p:cNvPr>
          <p:cNvSpPr/>
          <p:nvPr/>
        </p:nvSpPr>
        <p:spPr>
          <a:xfrm>
            <a:off x="571500" y="571500"/>
            <a:ext cx="76200" cy="5232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>
            <a:extLst>
              <a:ext uri="{FF2B5EF4-FFF2-40B4-BE49-F238E27FC236}">
                <a16:creationId xmlns:a16="http://schemas.microsoft.com/office/drawing/2014/main" id="{97D02363-1D57-FD41-4248-0A2D4420A1D0}"/>
              </a:ext>
            </a:extLst>
          </p:cNvPr>
          <p:cNvSpPr/>
          <p:nvPr/>
        </p:nvSpPr>
        <p:spPr>
          <a:xfrm>
            <a:off x="571500" y="3631852"/>
            <a:ext cx="18485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>
            <a:extLst>
              <a:ext uri="{FF2B5EF4-FFF2-40B4-BE49-F238E27FC236}">
                <a16:creationId xmlns:a16="http://schemas.microsoft.com/office/drawing/2014/main" id="{CFE77623-8A1B-727D-2127-16EA9FA7A58A}"/>
              </a:ext>
            </a:extLst>
          </p:cNvPr>
          <p:cNvSpPr/>
          <p:nvPr/>
        </p:nvSpPr>
        <p:spPr>
          <a:xfrm>
            <a:off x="2420094" y="3631852"/>
            <a:ext cx="17631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>
            <a:extLst>
              <a:ext uri="{FF2B5EF4-FFF2-40B4-BE49-F238E27FC236}">
                <a16:creationId xmlns:a16="http://schemas.microsoft.com/office/drawing/2014/main" id="{FEE1A627-057F-0A94-8B56-402E0CCAFC81}"/>
              </a:ext>
            </a:extLst>
          </p:cNvPr>
          <p:cNvSpPr/>
          <p:nvPr/>
        </p:nvSpPr>
        <p:spPr>
          <a:xfrm>
            <a:off x="4183260" y="3631852"/>
            <a:ext cx="341277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>
            <a:extLst>
              <a:ext uri="{FF2B5EF4-FFF2-40B4-BE49-F238E27FC236}">
                <a16:creationId xmlns:a16="http://schemas.microsoft.com/office/drawing/2014/main" id="{760F9550-6CFE-E645-E3AC-723595669CC9}"/>
              </a:ext>
            </a:extLst>
          </p:cNvPr>
          <p:cNvSpPr/>
          <p:nvPr/>
        </p:nvSpPr>
        <p:spPr>
          <a:xfrm>
            <a:off x="7596038" y="3631852"/>
            <a:ext cx="40244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>
            <a:extLst>
              <a:ext uri="{FF2B5EF4-FFF2-40B4-BE49-F238E27FC236}">
                <a16:creationId xmlns:a16="http://schemas.microsoft.com/office/drawing/2014/main" id="{67B94700-899F-D7E6-5B7B-6C256B6EE61A}"/>
              </a:ext>
            </a:extLst>
          </p:cNvPr>
          <p:cNvSpPr/>
          <p:nvPr/>
        </p:nvSpPr>
        <p:spPr>
          <a:xfrm>
            <a:off x="571500" y="4320778"/>
            <a:ext cx="18485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>
            <a:extLst>
              <a:ext uri="{FF2B5EF4-FFF2-40B4-BE49-F238E27FC236}">
                <a16:creationId xmlns:a16="http://schemas.microsoft.com/office/drawing/2014/main" id="{DE964525-916C-217E-004B-6B88BCC3AB27}"/>
              </a:ext>
            </a:extLst>
          </p:cNvPr>
          <p:cNvSpPr/>
          <p:nvPr/>
        </p:nvSpPr>
        <p:spPr>
          <a:xfrm>
            <a:off x="2420094" y="4320778"/>
            <a:ext cx="17631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>
            <a:extLst>
              <a:ext uri="{FF2B5EF4-FFF2-40B4-BE49-F238E27FC236}">
                <a16:creationId xmlns:a16="http://schemas.microsoft.com/office/drawing/2014/main" id="{0B7AE2DB-4BBB-FC26-8A9B-6927832BFE51}"/>
              </a:ext>
            </a:extLst>
          </p:cNvPr>
          <p:cNvSpPr/>
          <p:nvPr/>
        </p:nvSpPr>
        <p:spPr>
          <a:xfrm>
            <a:off x="4183260" y="4320778"/>
            <a:ext cx="341277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>
            <a:extLst>
              <a:ext uri="{FF2B5EF4-FFF2-40B4-BE49-F238E27FC236}">
                <a16:creationId xmlns:a16="http://schemas.microsoft.com/office/drawing/2014/main" id="{9D536506-2059-29C8-A1CA-FE8700ECC890}"/>
              </a:ext>
            </a:extLst>
          </p:cNvPr>
          <p:cNvSpPr/>
          <p:nvPr/>
        </p:nvSpPr>
        <p:spPr>
          <a:xfrm>
            <a:off x="7596038" y="4320778"/>
            <a:ext cx="40244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>
            <a:extLst>
              <a:ext uri="{FF2B5EF4-FFF2-40B4-BE49-F238E27FC236}">
                <a16:creationId xmlns:a16="http://schemas.microsoft.com/office/drawing/2014/main" id="{88C6D180-407C-CF39-EDF4-0D465D575A56}"/>
              </a:ext>
            </a:extLst>
          </p:cNvPr>
          <p:cNvSpPr/>
          <p:nvPr/>
        </p:nvSpPr>
        <p:spPr>
          <a:xfrm>
            <a:off x="571500" y="4968478"/>
            <a:ext cx="18485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>
            <a:extLst>
              <a:ext uri="{FF2B5EF4-FFF2-40B4-BE49-F238E27FC236}">
                <a16:creationId xmlns:a16="http://schemas.microsoft.com/office/drawing/2014/main" id="{98A0A1B0-A953-2671-1827-E8D3FB88B524}"/>
              </a:ext>
            </a:extLst>
          </p:cNvPr>
          <p:cNvSpPr/>
          <p:nvPr/>
        </p:nvSpPr>
        <p:spPr>
          <a:xfrm>
            <a:off x="2420094" y="4968478"/>
            <a:ext cx="17631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>
            <a:extLst>
              <a:ext uri="{FF2B5EF4-FFF2-40B4-BE49-F238E27FC236}">
                <a16:creationId xmlns:a16="http://schemas.microsoft.com/office/drawing/2014/main" id="{45B72AAE-897A-E407-5BDE-81F107B999D5}"/>
              </a:ext>
            </a:extLst>
          </p:cNvPr>
          <p:cNvSpPr/>
          <p:nvPr/>
        </p:nvSpPr>
        <p:spPr>
          <a:xfrm>
            <a:off x="4183260" y="4968478"/>
            <a:ext cx="341277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>
            <a:extLst>
              <a:ext uri="{FF2B5EF4-FFF2-40B4-BE49-F238E27FC236}">
                <a16:creationId xmlns:a16="http://schemas.microsoft.com/office/drawing/2014/main" id="{2AF792A7-439B-4ED4-9EE8-EBB56AB06612}"/>
              </a:ext>
            </a:extLst>
          </p:cNvPr>
          <p:cNvSpPr/>
          <p:nvPr/>
        </p:nvSpPr>
        <p:spPr>
          <a:xfrm>
            <a:off x="7596038" y="4968478"/>
            <a:ext cx="40244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57D5E7-7E9D-7938-2479-A228C522B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5797" y="1479489"/>
            <a:ext cx="9075173" cy="499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843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490</Words>
  <Application>Microsoft Office PowerPoint</Application>
  <PresentationFormat>Widescreen</PresentationFormat>
  <Paragraphs>60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Poppins</vt:lpstr>
      <vt:lpstr>Calibri</vt:lpstr>
      <vt:lpstr>Lato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Himnish Verma</cp:lastModifiedBy>
  <cp:revision>2</cp:revision>
  <dcterms:modified xsi:type="dcterms:W3CDTF">2026-05-22T18:52:22Z</dcterms:modified>
</cp:coreProperties>
</file>